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CFB198-4C0E-4109-BABA-22B4AA97855D}" type="datetimeFigureOut">
              <a:rPr lang="zh-CN" altLang="en-US" smtClean="0"/>
              <a:t>2025/01/13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19C5C9-7D1E-4807-82B1-8B83A88848F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4F4FDF1-40F2-47DA-83EB-1D8F121B39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7287" y="8383044"/>
            <a:ext cx="1691168" cy="47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26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CFB198-4C0E-4109-BABA-22B4AA97855D}" type="datetimeFigureOut">
              <a:rPr lang="zh-CN" altLang="en-US" smtClean="0"/>
              <a:t>2025/01/13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19C5C9-7D1E-4807-82B1-8B83A8884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268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CFB198-4C0E-4109-BABA-22B4AA97855D}" type="datetimeFigureOut">
              <a:rPr lang="zh-CN" altLang="en-US" smtClean="0"/>
              <a:t>2025/01/13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19C5C9-7D1E-4807-82B1-8B83A8884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124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CFB198-4C0E-4109-BABA-22B4AA97855D}" type="datetimeFigureOut">
              <a:rPr lang="zh-CN" altLang="en-US" smtClean="0"/>
              <a:t>2025/01/13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19C5C9-7D1E-4807-82B1-8B83A8884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093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CFB198-4C0E-4109-BABA-22B4AA97855D}" type="datetimeFigureOut">
              <a:rPr lang="zh-CN" altLang="en-US" smtClean="0"/>
              <a:t>2025/01/13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19C5C9-7D1E-4807-82B1-8B83A8884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530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CFB198-4C0E-4109-BABA-22B4AA97855D}" type="datetimeFigureOut">
              <a:rPr lang="zh-CN" altLang="en-US" smtClean="0"/>
              <a:t>2025/01/13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19C5C9-7D1E-4807-82B1-8B83A8884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31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CFB198-4C0E-4109-BABA-22B4AA97855D}" type="datetimeFigureOut">
              <a:rPr lang="zh-CN" altLang="en-US" smtClean="0"/>
              <a:t>2025/01/13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19C5C9-7D1E-4807-82B1-8B83A8884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35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CFB198-4C0E-4109-BABA-22B4AA97855D}" type="datetimeFigureOut">
              <a:rPr lang="zh-CN" altLang="en-US" smtClean="0"/>
              <a:t>2025/01/13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19C5C9-7D1E-4807-82B1-8B83A8884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70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CFB198-4C0E-4109-BABA-22B4AA97855D}" type="datetimeFigureOut">
              <a:rPr lang="zh-CN" altLang="en-US" smtClean="0"/>
              <a:t>2025/01/13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19C5C9-7D1E-4807-82B1-8B83A8884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462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CFB198-4C0E-4109-BABA-22B4AA97855D}" type="datetimeFigureOut">
              <a:rPr lang="zh-CN" altLang="en-US" smtClean="0"/>
              <a:t>2025/01/13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19C5C9-7D1E-4807-82B1-8B83A8884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236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CFB198-4C0E-4109-BABA-22B4AA97855D}" type="datetimeFigureOut">
              <a:rPr lang="zh-CN" altLang="en-US" smtClean="0"/>
              <a:t>2025/01/13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19C5C9-7D1E-4807-82B1-8B83A8884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651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82356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dministrator\Desktop\新logo白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381111" y="-88346"/>
            <a:ext cx="1810889" cy="1820794"/>
          </a:xfrm>
          <a:prstGeom prst="rect">
            <a:avLst/>
          </a:prstGeom>
          <a:noFill/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48A01FC-A0D0-4D9A-81EC-F042CC4775A8}"/>
              </a:ext>
            </a:extLst>
          </p:cNvPr>
          <p:cNvSpPr txBox="1"/>
          <p:nvPr/>
        </p:nvSpPr>
        <p:spPr>
          <a:xfrm>
            <a:off x="1833346" y="1078129"/>
            <a:ext cx="88793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C0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希</a:t>
            </a:r>
            <a:r>
              <a:rPr lang="zh-CN" altLang="en-US" sz="3600" b="1">
                <a:solidFill>
                  <a:srgbClr val="C0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赛</a:t>
            </a:r>
            <a:r>
              <a:rPr lang="en-US" altLang="zh-CN" sz="3600" b="1">
                <a:solidFill>
                  <a:srgbClr val="C0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2025</a:t>
            </a:r>
            <a:r>
              <a:rPr lang="zh-CN" altLang="en-US" sz="3600" b="1">
                <a:solidFill>
                  <a:srgbClr val="C0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上</a:t>
            </a:r>
            <a:r>
              <a:rPr lang="zh-CN" altLang="en-US" sz="3600" b="1" dirty="0">
                <a:solidFill>
                  <a:srgbClr val="C0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软件设计师（春节假期安排）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B29EB2E-E1C5-447A-B8EB-5412DA9A2E5D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1552913"/>
              </p:ext>
            </p:extLst>
          </p:nvPr>
        </p:nvGraphicFramePr>
        <p:xfrm>
          <a:off x="1917814" y="1716243"/>
          <a:ext cx="8378829" cy="3798980"/>
        </p:xfrm>
        <a:graphic>
          <a:graphicData uri="http://schemas.openxmlformats.org/drawingml/2006/table">
            <a:tbl>
              <a:tblPr firstRow="1" bandRow="1">
                <a:effectLst>
                  <a:outerShdw algn="ctr" rotWithShape="0">
                    <a:schemeClr val="tx1"/>
                  </a:outerShdw>
                </a:effectLst>
                <a:tableStyleId>{7DF18680-E054-41AD-8BC1-D1AEF772440D}</a:tableStyleId>
              </a:tblPr>
              <a:tblGrid>
                <a:gridCol w="1475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2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0759">
                  <a:extLst>
                    <a:ext uri="{9D8B030D-6E8A-4147-A177-3AD203B41FA5}">
                      <a16:colId xmlns:a16="http://schemas.microsoft.com/office/drawing/2014/main" val="2610054447"/>
                    </a:ext>
                  </a:extLst>
                </a:gridCol>
              </a:tblGrid>
              <a:tr h="39380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日期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课程学习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课后作业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7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2025/01/26</a:t>
                      </a:r>
                      <a:endParaRPr lang="en-US" altLang="zh-CN" sz="1600" dirty="0">
                        <a:solidFill>
                          <a:srgbClr val="C00000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回顾</a:t>
                      </a:r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《</a:t>
                      </a: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计算机组成与体系结构</a:t>
                      </a:r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》</a:t>
                      </a: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课程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完成对应课程纪要后面的练习题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2025/01/27</a:t>
                      </a:r>
                      <a:endParaRPr lang="en-US" altLang="zh-CN" sz="1600" dirty="0">
                        <a:solidFill>
                          <a:srgbClr val="C00000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完成</a:t>
                      </a:r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《</a:t>
                      </a: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计算机组成与体系结构</a:t>
                      </a:r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》</a:t>
                      </a: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整章的章节练习题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C00000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298543"/>
                  </a:ext>
                </a:extLst>
              </a:tr>
              <a:tr h="3290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 2025/01/28-2025/01/30</a:t>
                      </a:r>
                      <a:endParaRPr lang="en-US" altLang="zh-CN" sz="1600" dirty="0">
                        <a:solidFill>
                          <a:srgbClr val="C00000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陪伴家人，阖家团圆！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rgbClr val="C00000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460819"/>
                  </a:ext>
                </a:extLst>
              </a:tr>
              <a:tr h="3974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2025/01/31</a:t>
                      </a:r>
                      <a:endParaRPr lang="en-US" altLang="zh-CN" sz="1600" dirty="0">
                        <a:solidFill>
                          <a:srgbClr val="C00000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观看精讲班视频教程</a:t>
                      </a:r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《</a:t>
                      </a: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计算机组成与体系结构</a:t>
                      </a:r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》</a:t>
                      </a:r>
                      <a:endParaRPr lang="zh-CN" altLang="en-US" sz="1600" dirty="0">
                        <a:solidFill>
                          <a:srgbClr val="C00000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rgbClr val="C00000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2926056"/>
                  </a:ext>
                </a:extLst>
              </a:tr>
              <a:tr h="4172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2025/02/01</a:t>
                      </a:r>
                      <a:endParaRPr lang="en-US" altLang="zh-CN" sz="1600" dirty="0">
                        <a:solidFill>
                          <a:srgbClr val="C00000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观看精讲班视频教程</a:t>
                      </a:r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《</a:t>
                      </a: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操作系统</a:t>
                      </a:r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》</a:t>
                      </a:r>
                      <a:endParaRPr lang="zh-CN" altLang="en-US" sz="1600">
                        <a:solidFill>
                          <a:srgbClr val="C00000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dirty="0">
                        <a:solidFill>
                          <a:srgbClr val="C00000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466303"/>
                  </a:ext>
                </a:extLst>
              </a:tr>
              <a:tr h="3994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2025/02/02</a:t>
                      </a:r>
                    </a:p>
                  </a:txBody>
                  <a:tcPr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观看精讲班视频教程</a:t>
                      </a:r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《</a:t>
                      </a: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程序设计语言和语言处理程序</a:t>
                      </a:r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》</a:t>
                      </a:r>
                      <a:endParaRPr lang="zh-CN" altLang="en-US" sz="1600">
                        <a:solidFill>
                          <a:srgbClr val="C00000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083884"/>
                  </a:ext>
                </a:extLst>
              </a:tr>
              <a:tr h="4527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2025/02/03</a:t>
                      </a:r>
                    </a:p>
                  </a:txBody>
                  <a:tcPr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观看精讲班视频教程</a:t>
                      </a:r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《</a:t>
                      </a: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数据结构</a:t>
                      </a:r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》</a:t>
                      </a:r>
                      <a:endParaRPr lang="zh-CN" altLang="en-US" sz="1600">
                        <a:solidFill>
                          <a:srgbClr val="C00000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813311"/>
                  </a:ext>
                </a:extLst>
              </a:tr>
              <a:tr h="3395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2025/02/04</a:t>
                      </a:r>
                      <a:endParaRPr lang="en-US" altLang="zh-CN" sz="1600" dirty="0">
                        <a:solidFill>
                          <a:srgbClr val="C00000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观看精讲班视频教程</a:t>
                      </a:r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《</a:t>
                      </a:r>
                      <a:r>
                        <a:rPr lang="zh-CN" altLang="en-US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算法基础</a:t>
                      </a:r>
                      <a:r>
                        <a:rPr lang="en-US" altLang="zh-CN" sz="1600">
                          <a:solidFill>
                            <a:srgbClr val="C00000"/>
                          </a:solidFill>
                          <a:latin typeface="思源黑体 CN Medium" panose="020B0600000000000000" pitchFamily="34" charset="-122"/>
                          <a:ea typeface="思源黑体 CN Medium" panose="020B0600000000000000" pitchFamily="34" charset="-122"/>
                        </a:rPr>
                        <a:t>》</a:t>
                      </a:r>
                      <a:endParaRPr lang="zh-CN" altLang="en-US" sz="1600">
                        <a:solidFill>
                          <a:srgbClr val="C00000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kern="1200" dirty="0">
                        <a:solidFill>
                          <a:srgbClr val="C00000"/>
                        </a:solidFill>
                        <a:latin typeface="思源黑体 CN Medium" panose="020B0600000000000000" pitchFamily="34" charset="-122"/>
                        <a:ea typeface="思源黑体 CN Medium" panose="020B0600000000000000" pitchFamily="34" charset="-122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542013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260F841F-1EEC-4862-9E4E-D637E2A0B271}"/>
              </a:ext>
            </a:extLst>
          </p:cNvPr>
          <p:cNvSpPr txBox="1"/>
          <p:nvPr/>
        </p:nvSpPr>
        <p:spPr>
          <a:xfrm>
            <a:off x="488272" y="5724786"/>
            <a:ext cx="113989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1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、</a:t>
            </a:r>
            <a:r>
              <a: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章节练习位置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：</a:t>
            </a:r>
            <a:r>
              <a:rPr lang="en-US" altLang="zh-CN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PC-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登录希赛</a:t>
            </a:r>
            <a:r>
              <a: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网</a:t>
            </a:r>
            <a:r>
              <a:rPr lang="en-US" altLang="zh-CN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-</a:t>
            </a:r>
            <a:r>
              <a: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学习中心</a:t>
            </a:r>
            <a:r>
              <a:rPr lang="en-US" altLang="zh-CN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-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开始做题</a:t>
            </a:r>
            <a:r>
              <a:rPr lang="en-US" altLang="zh-CN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-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章节练习；希赛</a:t>
            </a:r>
            <a:r>
              <a: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网</a:t>
            </a:r>
            <a:r>
              <a:rPr lang="en-US" altLang="zh-CN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APP-</a:t>
            </a:r>
            <a:r>
              <a: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题库</a:t>
            </a:r>
            <a:r>
              <a:rPr lang="en-US" altLang="zh-CN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-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章节练习。</a:t>
            </a:r>
            <a:endParaRPr lang="en-US" altLang="zh-CN" sz="1600" dirty="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r>
              <a:rPr lang="en-US" altLang="zh-CN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、课堂纪要</a:t>
            </a:r>
            <a:r>
              <a: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位置：</a:t>
            </a:r>
            <a:r>
              <a:rPr lang="en-US" altLang="zh-CN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PC-</a:t>
            </a:r>
            <a:r>
              <a: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登录希赛网</a:t>
            </a:r>
            <a:r>
              <a:rPr lang="en-US" altLang="zh-CN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-</a:t>
            </a:r>
            <a:r>
              <a: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学习中心</a:t>
            </a:r>
            <a:r>
              <a:rPr lang="en-US" altLang="zh-CN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-</a:t>
            </a:r>
            <a:r>
              <a: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学习资料</a:t>
            </a:r>
            <a:r>
              <a:rPr lang="en-US" altLang="zh-CN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-</a:t>
            </a:r>
            <a:r>
              <a: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网课资料下的课程纪要；希赛网</a:t>
            </a:r>
            <a:r>
              <a:rPr lang="en-US" altLang="zh-CN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APP-</a:t>
            </a:r>
            <a:r>
              <a: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我的</a:t>
            </a:r>
            <a:r>
              <a:rPr lang="en-US" altLang="zh-CN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-</a:t>
            </a:r>
            <a:r>
              <a: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学习中心</a:t>
            </a:r>
            <a:r>
              <a:rPr lang="en-US" altLang="zh-CN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-</a:t>
            </a:r>
            <a:r>
              <a: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我的资料。</a:t>
            </a:r>
            <a:endParaRPr lang="en-US" altLang="zh-CN" sz="1600" dirty="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r>
              <a:rPr lang="en-US" altLang="zh-CN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3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、平台提问方式：每道题目解析下面有“提问”，点击</a:t>
            </a:r>
            <a:r>
              <a: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即可；非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题库题目</a:t>
            </a:r>
            <a:r>
              <a: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问题：希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赛网</a:t>
            </a:r>
            <a:r>
              <a:rPr lang="en-US" altLang="zh-CN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—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学习中心</a:t>
            </a:r>
            <a:r>
              <a:rPr lang="en-US" altLang="zh-CN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—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我的记录</a:t>
            </a:r>
            <a:r>
              <a:rPr lang="en-US" altLang="zh-CN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—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我的问答</a:t>
            </a:r>
            <a:r>
              <a:rPr lang="en-US" altLang="zh-CN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—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向专家提问；</a:t>
            </a:r>
            <a:r>
              <a:rPr lang="en-US" altLang="zh-CN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APP—</a:t>
            </a:r>
            <a:r>
              <a:rPr lang="zh-CN" altLang="en-US" sz="1600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我</a:t>
            </a:r>
            <a:r>
              <a: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的</a:t>
            </a:r>
            <a:r>
              <a:rPr lang="en-US" altLang="zh-CN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—</a:t>
            </a:r>
            <a:r>
              <a:rPr lang="zh-CN" altLang="en-US" sz="16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问答；备注：上述视频已学习的，可接着往后学习。</a:t>
            </a:r>
            <a:endParaRPr lang="en-US" altLang="zh-CN" sz="1600" dirty="0"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58240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9aff622-1b06-45c7-bf52-0a7f8076b0f2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240</Words>
  <Application>Microsoft Office PowerPoint</Application>
  <PresentationFormat>宽屏</PresentationFormat>
  <Paragraphs>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思源黑体 CN Medium</vt:lpstr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优积谷</dc:creator>
  <cp:lastModifiedBy>MyPC</cp:lastModifiedBy>
  <cp:revision>32</cp:revision>
  <dcterms:created xsi:type="dcterms:W3CDTF">2020-10-13T00:44:55Z</dcterms:created>
  <dcterms:modified xsi:type="dcterms:W3CDTF">2025-01-13T03:12:19Z</dcterms:modified>
</cp:coreProperties>
</file>